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/>
    <p:restoredTop sz="94659"/>
  </p:normalViewPr>
  <p:slideViewPr>
    <p:cSldViewPr snapToGrid="0">
      <p:cViewPr varScale="1">
        <p:scale>
          <a:sx n="142" d="100"/>
          <a:sy n="142" d="100"/>
        </p:scale>
        <p:origin x="1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B887-153A-AA30-FDCA-57AFCAEB2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068F7-7EAD-6CCF-C389-F35BC81CF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C9AE8-828B-429B-6D13-3545B8C7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7E105-DBFB-6BE9-0329-0CBE0C00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8DE98-4215-F38B-8B05-EBCEC9BE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9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5382-625A-EA80-1747-1B155F07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487B-CBCC-608C-1F57-016D3DCAB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6B94A-33FD-FE8A-AB00-C85B1606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0A7D8-3C1D-5FAA-7E85-5B936C83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03052-EFE1-3E46-372E-37B2FB41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4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9E3F-1949-9BCC-C60B-7BB54399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70411-A1DF-2D14-47F0-06165789A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79D75-2259-6C13-B999-0FFAD76D6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27BD3-B927-02D3-35F9-6F6349AD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9A521-5E4E-6D27-8600-3E094CF1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40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1E5E-B262-1638-DFC4-15C08483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FAC94-CAA5-BD27-62A2-4B7644347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4B155-00F5-2BC4-17F9-812A885DE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A74A1-6A7D-4F71-A35C-84BB2D58E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AC46C-30B1-C29C-6D72-B82C382E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02567-2D4C-DBD0-45FA-53112667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6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259A8-1EF5-3E49-1CF0-9884F2D3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ECD04-7966-132D-20F3-AAC784467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5A858-29E5-E259-0D0A-7067DECD8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5CF65-D120-708F-F6AF-39F0EC8B3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7CC77-C957-3E43-9A64-B75764CDA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73862-C6EF-76E7-BFDC-69B7FB28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FE50C-7FDB-0DAF-5A6A-A43BDC85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C10D5-3848-D1F9-E6D2-4C6D1B15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6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AA104-BEFF-8D3B-FC07-78B29878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06B26-1F9B-5394-9610-1F48A873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F3E191-E2EC-3C56-B834-9C46429F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77DF2-219B-4089-A319-349C6E0A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7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EFCDDD-7B60-9C3B-4370-766EA56B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211F8B-51C6-C761-453B-32F2DC48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9DC59-AD14-C5F3-23C8-4C7875B7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2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FA96-5C5A-A517-88A9-C8C444C54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87A5B-0CF4-4D84-4E6B-DF78480FE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49E34-3B22-1EF0-ED62-295659A82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1C8A7-1FDE-5926-BD46-064C5716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27A7-43DE-5533-A0D5-AD9B1E64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75ECB-9DA7-05E7-2088-825A8C19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36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64C2-335F-3C98-45EB-777A35524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AAB6F-D484-8FBD-7DA1-E49F91A7146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B10F7E-CE7E-44FF-3DBA-7A7D86E3F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3B2FA-0C31-14B1-FE38-7AD7F1724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631A9-7C7C-48DB-91EE-8CF1FD65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BEA1A-D4F5-9057-B305-F466CDDC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F922-EE1B-C51A-1598-6DC6BE9A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E2B9A-706D-BAC6-1957-BA1EE975E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D742A-19DA-19C7-2094-1279E036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D3D9A-EB77-6594-7CC8-2C9713E4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A512E-71F3-7167-5383-3FEA3F38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5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94F9E-25FA-811B-5190-362EF4CA3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12381-D221-929E-A5EB-80C934716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8DB1-9E95-62B9-B7B4-137988F6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72112-163C-576A-EF6E-360880C5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04558-E441-9F1A-DE4E-97732EAD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7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79428-690D-9119-2685-0ED12C6E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9442E-294D-AB31-A01C-72586C2F9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1600B-C44E-039F-8984-A7C99F112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729F2-994D-A248-9D35-D25BEE8F881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3D286-7C57-38A0-24D1-77BAE4C8C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B5574-3DFF-A1A7-53D9-A6DB637D5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CC110-452A-B949-82EB-65B95D9E2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9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710AF9-DFB2-09CE-A507-AE3FE2CE5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7" y="297516"/>
            <a:ext cx="11041529" cy="621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3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FE503-ED7D-8983-241F-35DAA602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D6BF9A-7A43-DA77-FE28-281DDA6131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281" r="52489"/>
          <a:stretch>
            <a:fillRect/>
          </a:stretch>
        </p:blipFill>
        <p:spPr>
          <a:xfrm>
            <a:off x="551584" y="5772727"/>
            <a:ext cx="5128780" cy="9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501AEC-F174-8F59-7AC5-0F3AA1FC8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43584"/>
            <a:ext cx="7772400" cy="437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2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1533F-4B32-4B4D-787A-5A4D3791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25F4CF-1131-8557-665B-555EA58D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68" t="95102"/>
          <a:stretch>
            <a:fillRect/>
          </a:stretch>
        </p:blipFill>
        <p:spPr>
          <a:xfrm>
            <a:off x="7407563" y="6317673"/>
            <a:ext cx="3911225" cy="325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C28EA2-9799-6FE5-206A-04F96BBB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281" r="52489"/>
          <a:stretch>
            <a:fillRect/>
          </a:stretch>
        </p:blipFill>
        <p:spPr>
          <a:xfrm>
            <a:off x="523875" y="5052291"/>
            <a:ext cx="5128780" cy="9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55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Diaz Gonzalez, Abel</dc:creator>
  <cp:lastModifiedBy>Diaz Gonzalez, Abel</cp:lastModifiedBy>
  <cp:revision>2</cp:revision>
  <dcterms:created xsi:type="dcterms:W3CDTF">2026-10-10T23:54:13Z</dcterms:created>
  <dcterms:modified xsi:type="dcterms:W3CDTF">2026-10-11T00:04:23Z</dcterms:modified>
</cp:coreProperties>
</file>