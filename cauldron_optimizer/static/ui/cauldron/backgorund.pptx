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0" r:id="rId5"/>
    <p:sldId id="259" r:id="rId6"/>
    <p:sldId id="258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5"/>
    <p:restoredTop sz="94694"/>
  </p:normalViewPr>
  <p:slideViewPr>
    <p:cSldViewPr snapToGrid="0">
      <p:cViewPr varScale="1">
        <p:scale>
          <a:sx n="125" d="100"/>
          <a:sy n="125" d="100"/>
        </p:scale>
        <p:origin x="192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0619F-4D29-4542-9F58-47C851DB173B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05584-3F1A-9B45-9C55-31209A4964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77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805584-3F1A-9B45-9C55-31209A4964E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3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AB887-153A-AA30-FDCA-57AFCAEB2F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068F7-7EAD-6CCF-C389-F35BC81CF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C9AE8-828B-429B-6D13-3545B8C71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7E105-DBFB-6BE9-0329-0CBE0C002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68DE98-4215-F38B-8B05-EBCEC9BE3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292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45382-625A-EA80-1747-1B155F075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4487B-CBCC-608C-1F57-016D3DCAB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B94A-33FD-FE8A-AB00-C85B16068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0A7D8-3C1D-5FAA-7E85-5B936C83A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03052-EFE1-3E46-372E-37B2FB41F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240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79E3F-1949-9BCC-C60B-7BB54399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70411-A1DF-2D14-47F0-06165789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75-2259-6C13-B999-0FFAD76D6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27BD3-B927-02D3-35F9-6F6349ADF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9A521-5E4E-6D27-8600-3E094CF1E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640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31E5E-B262-1638-DFC4-15C084831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FAC94-CAA5-BD27-62A2-4B7644347F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84B155-00F5-2BC4-17F9-812A885DE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CA74A1-6A7D-4F71-A35C-84BB2D58E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8AC46C-30B1-C29C-6D72-B82C382E0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802567-2D4C-DBD0-45FA-53112667B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867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259A8-1EF5-3E49-1CF0-9884F2D37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ECD04-7966-132D-20F3-AAC784467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35A858-29E5-E259-0D0A-7067DECD8A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65CF65-D120-708F-F6AF-39F0EC8B35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67CC77-C957-3E43-9A64-B75764CDAD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673862-C6EF-76E7-BFDC-69B7FB287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DFE50C-7FDB-0DAF-5A6A-A43BDC85C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DC10D5-3848-D1F9-E6D2-4C6D1B15B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56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AA104-BEFF-8D3B-FC07-78B298782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B06B26-1F9B-5394-9610-1F48A873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F3E191-E2EC-3C56-B834-9C46429F1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F77DF2-219B-4089-A319-349C6E0A1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676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EFCDDD-7B60-9C3B-4370-766EA56B5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211F8B-51C6-C761-453B-32F2DC483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9DC59-AD14-C5F3-23C8-4C7875B7D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25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FA96-5C5A-A517-88A9-C8C444C54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A5B-0CF4-4D84-4E6B-DF78480FE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549E34-3B22-1EF0-ED62-295659A822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1C8A7-1FDE-5926-BD46-064C57167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DE27A7-43DE-5533-A0D5-AD9B1E645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675ECB-9DA7-05E7-2088-825A8C19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36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F64C2-335F-3C98-45EB-777A35524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4AAB6F-D484-8FBD-7DA1-E49F91A7146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B10F7E-CE7E-44FF-3DBA-7A7D86E3F8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3B2FA-0C31-14B1-FE38-7AD7F1724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5631A9-7C7C-48DB-91EE-8CF1FD65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BEA1A-D4F5-9057-B305-F466CDDC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4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6F922-EE1B-C51A-1598-6DC6BE9A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2E2B9A-706D-BAC6-1957-BA1EE975E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D742A-19DA-19C7-2094-1279E0365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D3D9A-EB77-6594-7CC8-2C9713E47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A512E-71F3-7167-5383-3FEA3F38A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50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994F9E-25FA-811B-5190-362EF4CA3C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812381-D221-929E-A5EB-80C934716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B8DB1-9E95-62B9-B7B4-137988F6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72112-163C-576A-EF6E-360880C5D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04558-E441-9F1A-DE4E-97732EAD5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574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79428-690D-9119-2685-0ED12C6E5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9442E-294D-AB31-A01C-72586C2F9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21600B-C44E-039F-8984-A7C99F112D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8729F2-994D-A248-9D35-D25BEE8F8813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3D286-7C57-38A0-24D1-77BAE4C8C4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DB5574-3DFF-A1A7-53D9-A6DB637D52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ACC110-452A-B949-82EB-65B95D9E24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95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1C627810-1A83-E659-DFA0-D8507073E777}"/>
              </a:ext>
            </a:extLst>
          </p:cNvPr>
          <p:cNvGrpSpPr/>
          <p:nvPr/>
        </p:nvGrpSpPr>
        <p:grpSpPr>
          <a:xfrm>
            <a:off x="1" y="0"/>
            <a:ext cx="12191999" cy="6916723"/>
            <a:chOff x="0" y="0"/>
            <a:chExt cx="12191999" cy="691672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BF999AC-BE7F-5E09-0102-04730C859391}"/>
                </a:ext>
              </a:extLst>
            </p:cNvPr>
            <p:cNvGrpSpPr/>
            <p:nvPr/>
          </p:nvGrpSpPr>
          <p:grpSpPr>
            <a:xfrm>
              <a:off x="0" y="0"/>
              <a:ext cx="12191999" cy="6916723"/>
              <a:chOff x="0" y="0"/>
              <a:chExt cx="12191999" cy="6916723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68710AF9-DFB2-09CE-A507-AE3FE2CE5D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1999" cy="6858000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0C46FD7-0C9E-7136-4362-5F4FACB4DA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92830" y="5880683"/>
                <a:ext cx="3486134" cy="1036040"/>
              </a:xfrm>
              <a:prstGeom prst="rect">
                <a:avLst/>
              </a:prstGeom>
            </p:spPr>
          </p:pic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E61CFB6-9590-1EA7-4468-7BED5CE944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17745" t="2259" r="71804" b="91140"/>
            <a:stretch>
              <a:fillRect/>
            </a:stretch>
          </p:blipFill>
          <p:spPr>
            <a:xfrm>
              <a:off x="2206306" y="176169"/>
              <a:ext cx="1166070" cy="45300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0639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FE503-ED7D-8983-241F-35DAA6024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9F97AA-E989-ACE8-4416-2D2483C966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33"/>
          <a:stretch>
            <a:fillRect/>
          </a:stretch>
        </p:blipFill>
        <p:spPr>
          <a:xfrm>
            <a:off x="0" y="0"/>
            <a:ext cx="118415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327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05C82-9F18-6A00-3DA4-58823A54C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5106D14-9DF0-DB53-EA92-AEBD7AC0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57358" cy="68620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189012-68A4-B571-2745-A37286EC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200"/>
          <a:stretch>
            <a:fillRect/>
          </a:stretch>
        </p:blipFill>
        <p:spPr>
          <a:xfrm>
            <a:off x="7071359" y="4013200"/>
            <a:ext cx="4076371" cy="1513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B1DA6-13E7-9FFA-B78D-42E1D93BDC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6960" y="3144668"/>
            <a:ext cx="3329940" cy="13993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93DF21-A6C9-86D6-E721-E547B6A5E6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3150" y="180340"/>
            <a:ext cx="1070610" cy="4394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37CCBB-1601-47AA-E44B-D30C78EE41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4320" y="5659750"/>
            <a:ext cx="2933700" cy="3565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2D70C4-44AF-BFEE-7613-D563486447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7894320" y="5527040"/>
            <a:ext cx="2933700" cy="35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147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FE435-9A20-8118-4118-4950F5788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A79417B-0DDF-B5EC-67D2-E0141B4251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745" t="2259" r="71804" b="91140"/>
          <a:stretch>
            <a:fillRect/>
          </a:stretch>
        </p:blipFill>
        <p:spPr>
          <a:xfrm>
            <a:off x="2902592" y="151002"/>
            <a:ext cx="1166070" cy="453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F15C1F-1DF4-6F4E-1FA4-5A25EFBFD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240" y="925392"/>
            <a:ext cx="7772400" cy="478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658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36C9-E1BD-D098-D941-BC5594C56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0AF805E-FFDD-F2B1-748A-0AD56CF58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850" y="2959100"/>
            <a:ext cx="31623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08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1533F-4B32-4B4D-787A-5A4D3791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190E05-3926-6EB7-ADC6-84B8E3FE1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800" y="1087120"/>
            <a:ext cx="12297142" cy="698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55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C70529-B833-517D-A04D-8368168F4CA8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737867-EAC0-5038-95F8-C3A6E9B94D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2" t="4586" r="1767" b="3709"/>
          <a:stretch>
            <a:fillRect/>
          </a:stretch>
        </p:blipFill>
        <p:spPr>
          <a:xfrm>
            <a:off x="0" y="0"/>
            <a:ext cx="11054080" cy="6881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002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1</Words>
  <Application>Microsoft Macintosh PowerPoint</Application>
  <PresentationFormat>Widescreen</PresentationFormat>
  <Paragraphs>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Diaz Gonzalez, Abel</dc:creator>
  <cp:lastModifiedBy>Diaz Gonzalez, Abel</cp:lastModifiedBy>
  <cp:revision>3</cp:revision>
  <dcterms:created xsi:type="dcterms:W3CDTF">2026-10-10T23:54:13Z</dcterms:created>
  <dcterms:modified xsi:type="dcterms:W3CDTF">2026-10-12T08:37:40Z</dcterms:modified>
</cp:coreProperties>
</file>